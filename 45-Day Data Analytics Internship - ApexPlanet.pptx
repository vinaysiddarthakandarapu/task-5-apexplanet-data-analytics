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29d7f803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29d7f803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29d7f803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29d7f803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29d7f803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29d7f803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29d7f803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29d7f803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29d7f803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29d7f803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29d7f803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29d7f803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29d7f803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29d7f803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29d7f803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29d7f803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29d7f803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29d7f803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29d7f803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29d7f803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VinaySiddarthaKandarapu/Task-1-apexplanet-data-analytics" TargetMode="External"/><Relationship Id="rId4" Type="http://schemas.openxmlformats.org/officeDocument/2006/relationships/hyperlink" Target="https://github.com/VinaySiddarthaKandarapu/Task2-ApexPlanet-Internship" TargetMode="External"/><Relationship Id="rId5" Type="http://schemas.openxmlformats.org/officeDocument/2006/relationships/hyperlink" Target="https://github.com/VinaySiddarthaKandarapu/Task3-Data-Visualization-Dashboard" TargetMode="External"/><Relationship Id="rId6" Type="http://schemas.openxmlformats.org/officeDocument/2006/relationships/hyperlink" Target="https://github.com/VinaySiddarthaKandarapu/Task4-Advanced-analytics-statistical-model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</a:rPr>
              <a:t>45-Day Data Analytics Internship - ApexPlanet</a:t>
            </a:r>
            <a:endParaRPr>
              <a:solidFill>
                <a:srgbClr val="351C75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48700"/>
            <a:ext cx="8520600" cy="12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920"/>
              <a:t>ApexPlanet Software Pvt. Ltd.</a:t>
            </a:r>
            <a:endParaRPr sz="19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920"/>
              <a:t>June 2026</a:t>
            </a:r>
            <a:endParaRPr sz="19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9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1920"/>
              <a:t>Kandarapu Vinay Siddartha</a:t>
            </a:r>
            <a:endParaRPr sz="19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9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&amp; Objectives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66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290"/>
              <a:t>Problem Statement: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290"/>
              <a:t>- Raw data has no actionable insights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290"/>
              <a:t>- No visual dashboards for decision making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290"/>
              <a:t>- No predictive models for business planning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290"/>
              <a:t>Objectives: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290"/>
              <a:t>- Perform end-to-end data analysis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290"/>
              <a:t>- Build interactive Power BI dashboard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290"/>
              <a:t>- Apply ML models for prediction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290"/>
              <a:t>- Generate business recommendations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99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Overview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1085"/>
              <a:t>Dataset: E-commerce Sales Data</a:t>
            </a:r>
            <a:endParaRPr sz="10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1085"/>
              <a:t>Source: Kaggle</a:t>
            </a:r>
            <a:endParaRPr sz="10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10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1085"/>
              <a:t>Key Columns:</a:t>
            </a:r>
            <a:endParaRPr sz="10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1085"/>
              <a:t>- Order ID, Date, Customer ID</a:t>
            </a:r>
            <a:endParaRPr sz="10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1085"/>
              <a:t>- Product, Category, Region</a:t>
            </a:r>
            <a:endParaRPr sz="10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1085"/>
              <a:t>- Sales, Profit, Quantity</a:t>
            </a:r>
            <a:endParaRPr sz="10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10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1085"/>
              <a:t>Tools Used:</a:t>
            </a:r>
            <a:endParaRPr sz="10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1085"/>
              <a:t>- Python, SQL, Power BI</a:t>
            </a:r>
            <a:endParaRPr sz="10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1085"/>
              <a:t>- Jupyter Notebook, VS Code</a:t>
            </a:r>
            <a:endParaRPr sz="10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81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81375"/>
            <a:ext cx="85206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EDA Insights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668575"/>
            <a:ext cx="8520600" cy="3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50"/>
              <a:t>Before Cleaning: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50"/>
              <a:t>- Missing values found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50"/>
              <a:t>- Duplicate records removed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50"/>
              <a:t>- Wrong data types fixed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50"/>
              <a:t>After Cleaning: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50"/>
              <a:t>- Clean dataset ready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50"/>
              <a:t>- Standardized column names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50"/>
              <a:t>- Outliers handled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50"/>
              <a:t>Key Patterns Found: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50"/>
              <a:t>- Sales highest on weekends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50"/>
              <a:t>- Q3 shows maximum growth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50"/>
              <a:t>- Category A most profitable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4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BI Dashboard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Dashboard Features: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KPI Cards (Total Sales, Orders, Customers)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Monthly Sales Trend Chart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Category Breakdown Chart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Geographic Sales 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Top 10 Products Chart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Date &amp; Region Filters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Statistical &amp; ML Results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65850" y="1179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490"/>
              <a:t>Statistical Analysis: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490"/>
              <a:t>- Hypothesis Testing: p-value &lt; 0.05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490"/>
              <a:t>- Correlation: r = 0.87 (sales vs marketing)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490"/>
              <a:t>- ANOVA: Significant category differences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490"/>
              <a:t>ML Models: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490"/>
              <a:t>- Time Series (ARIMA): 92% accuracy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490"/>
              <a:t>- Customer Segmentation: 5 clusters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490"/>
              <a:t>- Churn Prediction: 85% recall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490"/>
              <a:t>- Decision Tree: 88% F1-score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99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Recommendations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/>
              <a:t>1. Implement loyalty program for top customers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/>
              <a:t>2. Target high-risk customers to reduce churn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/>
              <a:t>3. Increase marketing budget for Region X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/>
              <a:t>4. Launch weekend promotions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/>
              <a:t>5. Increase Category A inventory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&amp; Learnings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GB" sz="1455"/>
              <a:t>Challenges Faced: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GB" sz="1455"/>
              <a:t>- Large dataset with missing values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GB" sz="1455"/>
              <a:t>- Complex SQL query optimization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GB" sz="1455"/>
              <a:t>- ML model tuning and selection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GB" sz="1455"/>
              <a:t>- Dashboard performance issues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GB" sz="1455"/>
              <a:t>Learnings: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GB" sz="1455"/>
              <a:t>- End-to-end data analytics pipeline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GB" sz="1455"/>
              <a:t>- Real-world business problem solving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GB" sz="1455"/>
              <a:t>- Python, SQL, Power BI hands-on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GB" sz="1455"/>
              <a:t>- ML model building and evaluation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85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Scope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/>
              <a:t>- Real-time dashboard with live data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/>
              <a:t>- Deep learning models for better accuracy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/>
              <a:t>- A/B testing for recommendations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/>
              <a:t>- Automated weekly reporting system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/>
              <a:t>- Natural Language Processing (NLP)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/>
              <a:t>- Cloud deployment (AWS/Azure)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377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Tasks Completed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265"/>
              <a:t>Task 1: Foundational Setup &amp; EDA</a:t>
            </a:r>
            <a:endParaRPr sz="12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265"/>
              <a:t>Task 2: SQL &amp; Data Extraction</a:t>
            </a:r>
            <a:endParaRPr sz="12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265"/>
              <a:t>Task 3: Data Visualization &amp; Dashboarding</a:t>
            </a:r>
            <a:endParaRPr sz="12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265"/>
              <a:t>Task 4: Advanced Analytics &amp; Statistical Modeling</a:t>
            </a:r>
            <a:endParaRPr sz="12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265"/>
              <a:t>Task 5: Final Reporting &amp; Presentation</a:t>
            </a:r>
            <a:endParaRPr sz="12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265"/>
              <a:t>GitHub: 1.</a:t>
            </a:r>
            <a:r>
              <a:rPr lang="en-GB" sz="1265" u="sng">
                <a:solidFill>
                  <a:schemeClr val="hlink"/>
                </a:solidFill>
                <a:hlinkClick r:id="rId3"/>
              </a:rPr>
              <a:t>https://github.com/VinaySiddarthaKandarapu/Task-1-apexplanet-data-analytics</a:t>
            </a:r>
            <a:endParaRPr sz="12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265"/>
              <a:t>              2.</a:t>
            </a:r>
            <a:r>
              <a:rPr lang="en-GB" sz="1265" u="sng">
                <a:solidFill>
                  <a:schemeClr val="hlink"/>
                </a:solidFill>
                <a:hlinkClick r:id="rId4"/>
              </a:rPr>
              <a:t>https://github.com/VinaySiddarthaKandarapu/Task2-ApexPlanet-Internship</a:t>
            </a:r>
            <a:endParaRPr sz="12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265"/>
              <a:t>              3.</a:t>
            </a:r>
            <a:r>
              <a:rPr lang="en-GB" sz="1265" u="sng">
                <a:solidFill>
                  <a:schemeClr val="hlink"/>
                </a:solidFill>
                <a:hlinkClick r:id="rId5"/>
              </a:rPr>
              <a:t>https://github.com/VinaySiddarthaKandarapu/Task3-Data-Visualization-Dashboard</a:t>
            </a:r>
            <a:endParaRPr sz="12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265"/>
              <a:t>              4.</a:t>
            </a:r>
            <a:r>
              <a:rPr lang="en-GB" sz="1265" u="sng">
                <a:solidFill>
                  <a:schemeClr val="hlink"/>
                </a:solidFill>
                <a:hlinkClick r:id="rId6"/>
              </a:rPr>
              <a:t>https://github.com/VinaySiddarthaKandarapu/Task4-Advanced-analytics-statistical-modeling</a:t>
            </a:r>
            <a:endParaRPr sz="12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</a:t>
            </a:r>
            <a:r>
              <a:rPr lang="en-GB" sz="7022"/>
              <a:t>THANK YOU</a:t>
            </a:r>
            <a:endParaRPr sz="7467"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Name: Kandarapu Vinay Siddartha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Data Analytics Intern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ApexPlanet Software Pvt. Ltd.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#DataAnalytics #Python #SQL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#PowerBI #InternshipComplete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